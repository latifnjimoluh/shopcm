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 — SÉCURITÉ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 SQL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Théorie, démonstration et défense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383280"/>
            <a:ext cx="137160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NJIMOLUH Anas Farid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démonstration : ShopCM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9601200" y="5029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étudier l'injection SQL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029200" cy="48463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classement OWASP Top 10 (2021)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« Injection » — toujours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classée comme l'une des menaces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plus critiques du web depuis 2003.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5440680"/>
            <a:ext cx="1371600" cy="2743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532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17 % des web apps testées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contiennent encore une SQLi*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3716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cas marquants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0" y="196596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965960"/>
            <a:ext cx="73152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Heartland Payment Systems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millions de cartes bancaires volées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88036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2880360"/>
            <a:ext cx="73152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4088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Sony Pictures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de comptes utilisateurs exposés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79476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3794760"/>
            <a:ext cx="73152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4088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TalkTalk (UK)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64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157 000 clients affectés, amende de £400k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470916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4709160"/>
            <a:ext cx="73152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4088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Freepik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2648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 millions d'utilisateurs compromis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6126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Source : Rapports Acunetix Web Application Vulnerability 2023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injection SQL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09728" cy="14630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</a:t>
            </a:r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SQL (SQLi)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une faille de sécurité qui permet à un attaquant </a:t>
            </a:r>
            <a:pPr algn="l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d'insérer du code SQL malveillant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les requêtes envoyées à la base de données, en exploitant une absence de séparation entre </a:t>
            </a:r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utilisateur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schéma de l'attaque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365760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Utilisateur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20" y="42062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94360" y="48006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Saisit des données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formulaire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4617720"/>
            <a:ext cx="228600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337560" y="365760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42900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Application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980" y="42062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474720" y="48006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Concatène ces données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requête SQL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617720"/>
            <a:ext cx="228600" cy="2286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217920" y="365760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30936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Base de données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340" y="420624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355080" y="48006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la requête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distinction code/data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4617720"/>
            <a:ext cx="228600" cy="2286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9098280" y="3657600"/>
            <a:ext cx="26060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9189720" y="3749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Résultat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2700" y="4206240"/>
            <a:ext cx="457200" cy="4572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9235440" y="48006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volées,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contournée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660000"/>
          </a:solidFill>
          <a:ln w="12700">
            <a:solidFill>
              <a:srgbClr val="660000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racine : la confiance aveugle dans les entrées utilisateur + la concaténation directe en SQL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 ? Le mécanisme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d'école : un formulaire de connexion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4712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PHP — version vulnérable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$email = $_POST['email'];
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$pass  = $_POST['password'];
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$query =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* FROM users WHERE email='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$email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AND password='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$pass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'"</a:t>
            </a:r>
            <a:pPr algn="l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L'attaquant saisit dans le formulaire 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54864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703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: </a:t>
            </a:r>
            <a:pPr algn="l"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1=1-- -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379476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3337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Devient en SQL 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3657600"/>
            <a:ext cx="530352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email=''</a:t>
            </a:r>
            <a:pPr algn="l" indent="0" marL="0">
              <a:buNone/>
            </a:pPr>
            <a:r>
              <a:rPr lang="en-US" sz="11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 1=1</a:t>
            </a:r>
            <a:pPr algn="l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-...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434840"/>
            <a:ext cx="11247120" cy="1097280"/>
          </a:xfrm>
          <a:prstGeom prst="rect">
            <a:avLst/>
          </a:prstGeom>
          <a:solidFill>
            <a:srgbClr val="660000"/>
          </a:solidFill>
          <a:ln w="12700">
            <a:solidFill>
              <a:srgbClr val="66000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70916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54480" y="45262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condition 1=1 est toujours vraie.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554480" y="4983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utilisateurs sont retournés. L'attaquant est connecté avec le premier compte trouvé — souvent l'admin.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454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89788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43000" y="58064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: </a:t>
            </a:r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serveur ne distingue plus la donnée du code. L'apostrophe ferme la chaîne, le reste est interprété comme du SQL.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des injections 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injections se classent selon la manière dont l'attaquant récupère le résultat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11880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6596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IN-BAND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2286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revient dans la même réponse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834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UNION-based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200400"/>
            <a:ext cx="54864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291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la requête originale avec une autre via UNION SELECT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0080" y="4114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Error-based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54864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572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la base à révéler des infos via ses messages d'erreur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51960" y="1828800"/>
            <a:ext cx="3611880" cy="868680"/>
          </a:xfrm>
          <a:prstGeom prst="rect">
            <a:avLst/>
          </a:prstGeom>
          <a:solidFill>
            <a:srgbClr val="660000"/>
          </a:solidFill>
          <a:ln w="12700">
            <a:solidFill>
              <a:srgbClr val="66000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65960"/>
            <a:ext cx="594360" cy="594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2064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(AVEUGLE)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5120640" y="2286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résultat visible — déduction nécessaire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251960" y="269748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34840" y="2834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Boolean-based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434840" y="3200400"/>
            <a:ext cx="548640" cy="22860"/>
          </a:xfrm>
          <a:prstGeom prst="rect">
            <a:avLst/>
          </a:prstGeom>
          <a:solidFill>
            <a:srgbClr val="660000"/>
          </a:solidFill>
          <a:ln w="12700">
            <a:solidFill>
              <a:srgbClr val="66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34840" y="3291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déduit l'info via la différence vrai/faux dans la réponse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434840" y="4114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434840" y="4480560"/>
            <a:ext cx="548640" cy="22860"/>
          </a:xfrm>
          <a:prstGeom prst="rect">
            <a:avLst/>
          </a:prstGeom>
          <a:solidFill>
            <a:srgbClr val="660000"/>
          </a:solidFill>
          <a:ln w="12700">
            <a:solidFill>
              <a:srgbClr val="6600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34840" y="4572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déduit l'info via le temps de réponse (SLEEP)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8046720" y="1828800"/>
            <a:ext cx="3611880" cy="8686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965960"/>
            <a:ext cx="594360" cy="5943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91540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8915400" y="2286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sort par un autre canal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8046720" y="2697480"/>
            <a:ext cx="3611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229600" y="28346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exfiltration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8229600" y="3200400"/>
            <a:ext cx="548640" cy="228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229600" y="3291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la BD à effectuer une requête DNS contrôlée par l'attaquant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229600" y="4114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exfiltration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8229600" y="4480560"/>
            <a:ext cx="548640" cy="228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229600" y="457200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 via une requête HTTP sortante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démonstration ShopCM couvre les deux premières familles (in-band + blind), soit 12 vulnérabilités.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vecteurs d'attaque : pas que les formulaires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donnée envoyée par le client est un vecteur potentiel — y compris ce qu'on ne voit pas.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2103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HTML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courant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2880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de saisie classiques (login, recherche, commentaires)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51960" y="1828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51960" y="1828800"/>
            <a:ext cx="73152" cy="2103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0574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20640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URL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12064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courant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26280" y="2880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GET dans l'adresse (?id=, ?cat=, ?search=)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46720" y="1828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046720" y="1828800"/>
            <a:ext cx="73152" cy="2103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574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15400" y="2011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HTTP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91540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Souvent oublié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321040" y="2880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stockées côté navigateur, modifiables dans DevTools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720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4114800"/>
            <a:ext cx="73152" cy="2103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4340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HTTP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1325880" y="4709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souvent oublié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31520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User-Agent, Referer, X-Forwarded-For, Cookie, Authorization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25196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251960" y="4114800"/>
            <a:ext cx="73152" cy="2103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343400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20640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JSON / API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120640" y="4709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aujourd'hui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4526280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 des requêtes vers les API REST ou GraphQL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804672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046720" y="4114800"/>
            <a:ext cx="73152" cy="21031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343400"/>
            <a:ext cx="502920" cy="5029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15400" y="4297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915400" y="4709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furtif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321040" y="516636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stockée puis ré-utilisée plus tard dans une requête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plateforme : pourquoi e-commerce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TP exigeait au moins 10 démonstrations distinctes — il fallait un domaine riche en points d'entrée.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2103120"/>
                <a:gridCol w="22860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 envisagé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 d'entrée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Diversité d'attaques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Réalisme du scénario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5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(ShopCM)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Banque / Mobile Money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impactant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 pauvre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social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Trop lourd à monter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 scolaire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A8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des attaques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120640"/>
            <a:ext cx="11247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9001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5120640"/>
            <a:ext cx="109728" cy="12801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492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ShopCM gagne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17320" y="5577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catalogue, recherche, filtres, tri, fiche produit, avis, panier (cookies), suivi commande, code promo, pages admin, journal de logs (headers) — naturellement plus d'une douzaine de surfaces d'attaque, sans rien forcer.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stack technique : PHP / MySQL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démonstration pédagogique, le stack le plus simple et le plus visible l'emporte.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577840" cy="4526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57784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0"/>
          </a:blip>
          <a:stretch>
            <a:fillRect/>
          </a:stretch>
        </p:blipFill>
        <p:spPr>
          <a:xfrm>
            <a:off x="594360" y="1938528"/>
            <a:ext cx="411480" cy="41148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9339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 — PHP + MySQL (WampServer)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SQL directement visible dans le code PHP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918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séparation front/back qui cache la requête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 d'afficher la requête générée en temps réel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38912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0584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pour montrer la BD pendant la démo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93776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00584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historique des grandes fuites de données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48640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00584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en moins de 2 heures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6126480" y="1828800"/>
            <a:ext cx="55778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6126480" y="1828800"/>
            <a:ext cx="5577840" cy="640080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1965960"/>
            <a:ext cx="365760" cy="36576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72084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ÉCARTÉ — Node.js + Express + React</a:t>
            </a:r>
            <a:endParaRPr lang="en-US" sz="14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2743200"/>
            <a:ext cx="274320" cy="27432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67512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SQL cachée derrière une API JSON</a:t>
            </a:r>
            <a:endParaRPr lang="en-US" sz="12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3291840"/>
            <a:ext cx="274320" cy="27432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67512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public ne voit pas comment l'input devient SQL</a:t>
            </a:r>
            <a:endParaRPr lang="en-US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3840480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6751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front/back complexifie la démo</a:t>
            </a:r>
            <a:endParaRPr lang="en-US" sz="12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4389120"/>
            <a:ext cx="274320" cy="27432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667512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CORS, état React, JWT… surcoût inutile</a:t>
            </a:r>
            <a:endParaRPr lang="en-US" sz="12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9360" y="4937760"/>
            <a:ext cx="274320" cy="274320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667512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phpMyAdmin pour montrer la BD vivante</a:t>
            </a:r>
            <a:endParaRPr lang="en-US" sz="12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9360" y="5486400"/>
            <a:ext cx="274320" cy="274320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675120" y="5440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6-8h de mise en place vs 2h en PHP</a:t>
            </a:r>
            <a:endParaRPr lang="en-US" sz="1200" dirty="0"/>
          </a:p>
        </p:txBody>
      </p:sp>
      <p:sp>
        <p:nvSpPr>
          <p:cNvPr id="40" name="Shape 23"/>
          <p:cNvSpPr/>
          <p:nvPr/>
        </p:nvSpPr>
        <p:spPr>
          <a:xfrm>
            <a:off x="457200" y="6446520"/>
            <a:ext cx="1124712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2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ShopCM : le toggle dynamique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pédagogique : un seul site, deux modes — bascule en un clic.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dans le header de chaque page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577840" cy="4572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860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VULNÉRABLE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06240" y="228600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0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Basculer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27432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SQL : concaténation directe — vulnérable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520440"/>
            <a:ext cx="457200" cy="457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411480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4114800"/>
            <a:ext cx="55778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062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: SÉCURISÉ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206240" y="420624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206240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Basculer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94360" y="46634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SQL : requête préparée — protégé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093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approche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309360" y="219456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09360" y="2194560"/>
            <a:ext cx="73152" cy="8686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9224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site, même URL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92240" y="26060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public voit que la vulnérabilité n'est pas dans l'interface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309360" y="315468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309360" y="3154680"/>
            <a:ext cx="73152" cy="8686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49224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base de code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492240" y="35661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divergence visuelle entre les deux versions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309360" y="411480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309360" y="4114800"/>
            <a:ext cx="73152" cy="8686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9224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directe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6492240" y="4526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payloads, résultats opposés en un clic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309360" y="5074920"/>
            <a:ext cx="5394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309360" y="5074920"/>
            <a:ext cx="73152" cy="8686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9224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Encart « SQL exécuté »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492240" y="54864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en direct de la requête envoyée à la BD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: variable de session PHP — un if/else dans chaque page bascule entre le code vulnérable et le code sécurisé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12 vulnérabilités intégrées dans ShopCM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4114800"/>
                <a:gridCol w="182880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d'injection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connexion.php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 d'authentification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admin/login.php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 + UNION (admin)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produits.php?search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SELECT — vol comptes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produits.php?cat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Extraction information_schema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produit.php?id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numérique simple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promo.php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Boolean-based Blind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Aveugle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suivi.php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Time-based Blind (SLEEP)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Aveugle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produit.php (avis)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SQLi — persistante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panier.php (cookie)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via cookie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Vecteur alt.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admin/logs.php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via header User-Agent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Vecteur alt.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produits.php?min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numérique (bonus)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produits.php?order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injection (bonus)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1A2454"/>
          </a:solidFill>
          <a:ln w="12700">
            <a:solidFill>
              <a:srgbClr val="1A24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en 4 actes : « L'intrus entre » → « Le pillage » → « Les attaques invisibles » → « Les vecteurs cachés »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— L'intrus entre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D'AUTHENTIFICATION   |   VULN #7 + #11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utilisé sur connexion.php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4712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: </a:t>
            </a:r>
            <a:pPr algn="l" indent="0" marL="0">
              <a:buNone/>
            </a:pPr>
            <a:r>
              <a:rPr lang="en-US" sz="16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1=1-- -</a:t>
            </a:r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Mot de passe : </a:t>
            </a:r>
            <a:pPr algn="l"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SQL générée par le serveur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 WHERE email='</a:t>
            </a:r>
            <a:pPr algn="l" indent="0" marL="0">
              <a:buNone/>
            </a:pPr>
            <a:r>
              <a:rPr lang="en-US" sz="12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OR 1=1</a:t>
            </a:r>
            <a:pPr algn="l"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-</a:t>
            </a:r>
            <a:pPr algn="l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AND password='test'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mécanisme étape par étape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L'apostrophe ferme la chaîne email du SQL prématurément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983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1=1 ajoute une condition toujours vraie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394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- commente le reste de la requête (le check du mot de passe)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8064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806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utilisateurs sont retournés — connexion avec le 1er compte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355080"/>
            <a:ext cx="11247120" cy="457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2 — Le pillage de la 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SELECT + INFORMATION_SCHEMA   |   VULN #1 + #2 + #5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entré, l'attaquant veut tout voir. UNION SELECT lui permet de greffer ses propres requêtes.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91440" cy="12801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#1 — Vol des comptes clients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: </a:t>
            </a:r>
            <a:pPr algn="l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produits.php?search=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788920"/>
            <a:ext cx="109728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8892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%' UNION SELECT id,email,password,nom,... FROM users-- -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127248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60120" y="3081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emails et hash bcrypt s'affichent à la place des produits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520440"/>
            <a:ext cx="91440" cy="12801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#2 — Découverte des tables cachées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" y="3931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: </a:t>
            </a:r>
            <a:pPr algn="l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produits.php?cat=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5800" y="4206240"/>
            <a:ext cx="109728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206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1,table_name,... FROM information_schema.tables WHERE table_schema='shopcm_db'-- -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44568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60120" y="44988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complète des tables — y compris secrets_internes (jamais visible)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7200" y="4937760"/>
            <a:ext cx="91440" cy="12801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8580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#5 — Extraction des secrets internes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8580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: </a:t>
            </a:r>
            <a:pPr algn="l"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produit.php?id=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85800" y="5623560"/>
            <a:ext cx="1097280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77240" y="56235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UNION SELECT 1,cle,valeur,... FROM secrets_internes-- -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61888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60120" y="59161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STRIPE_API_KEY, SMTP_PASSWORD, JWT_SECRET affichés sur la fiche produit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57200" y="6400800"/>
            <a:ext cx="11247120" cy="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3 — Les attaques invisibles (Blind)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INJECTIONS AVEUGLES   |   VULN #9 + #10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ne renvoie aucune donnée — l'attaquant déduit tout via vrai/faux ou via le temps.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5577840" cy="548640"/>
          </a:xfrm>
          <a:prstGeom prst="rect">
            <a:avLst/>
          </a:prstGeom>
          <a:solidFill>
            <a:srgbClr val="660000"/>
          </a:solidFill>
          <a:ln w="12700">
            <a:solidFill>
              <a:srgbClr val="6600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94560"/>
            <a:ext cx="365760" cy="3657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103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BOOLEAN-BASED BLIND — VULN #10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0080" y="2743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: promo.php (vérification d'un code promo)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" y="3063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ne dit que « valide » ou « invalide ». L'attaquant exploite cette différence binaire.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657600"/>
            <a:ext cx="5212080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31520" y="36576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NOEL2025' AND SUBSTRING(
</a:t>
            </a:r>
            <a:pPr algn="l" indent="0" marL="0">
              <a:buNone/>
            </a:pPr>
            <a:r>
              <a:rPr lang="en-US" sz="9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password FROM admins
</a:t>
            </a:r>
            <a:pPr algn="l" indent="0" marL="0">
              <a:buNone/>
            </a:pPr>
            <a:r>
              <a:rPr lang="en-US" sz="9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LIMIT 1),1,1)='$'-- -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3484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1er caractère du hash est '$' : « Code valide »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91440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: « Code invalide »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5074920"/>
            <a:ext cx="5212080" cy="1097280"/>
          </a:xfrm>
          <a:prstGeom prst="rect">
            <a:avLst/>
          </a:prstGeom>
          <a:solidFill>
            <a:srgbClr val="F0EDED"/>
          </a:solidFill>
          <a:ln w="12700">
            <a:solidFill>
              <a:srgbClr val="F0ED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77240" y="5120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mécanisme : </a:t>
            </a:r>
            <a:pPr algn="l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répétant cette question pour chaque caractère et chaque position, on reconstitue le hash entier — sans qu'il soit jamais affiché.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126480" y="2103120"/>
            <a:ext cx="55778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126480" y="2103120"/>
            <a:ext cx="5577840" cy="548640"/>
          </a:xfrm>
          <a:prstGeom prst="rect">
            <a:avLst/>
          </a:prstGeom>
          <a:solidFill>
            <a:srgbClr val="660000"/>
          </a:solidFill>
          <a:ln w="12700">
            <a:solidFill>
              <a:srgbClr val="6600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1945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20840" y="2103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BLIND — VULN #9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309360" y="2743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: suivi.php (suivi d'une commande par numéro)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309360" y="30632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site ne dit même pas « valide » / « invalide », il reste le temps de réponse.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309360" y="3657600"/>
            <a:ext cx="5212080" cy="6400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400800" y="365760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SHOP-2025-0001' AND SLEEP(5)-- -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43484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83680" y="4389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commande existe : réponse en ~5 secondes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583680" y="4663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: réponse instantanée (~3ms)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309360" y="5074920"/>
            <a:ext cx="5212080" cy="1097280"/>
          </a:xfrm>
          <a:prstGeom prst="rect">
            <a:avLst/>
          </a:prstGeom>
          <a:solidFill>
            <a:srgbClr val="F0EDED"/>
          </a:solidFill>
          <a:ln w="12700">
            <a:solidFill>
              <a:srgbClr val="F0EDED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446520" y="5120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mécanisme : </a:t>
            </a:r>
            <a:pPr algn="l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change visuellement, mais le délai trahit la vérité. C'est l'attaque la plus furtive — elle marche même sans aucun retour de l'application.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4 — Les vecteurs cachés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+ COOKIE + HEADER   |   VULN #6 + #8 + #12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L'injection ne passe pas toujours par un formulaire visible. Tout ce qui vient du client est suspect.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361188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2402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743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SQLi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#6 — Avis produit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61188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L'injection est stockée dans la BD au moment de la publication d'un avis. Elle s'exécute plus tard, quand un autre utilisateur consulte la page.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5440680"/>
            <a:ext cx="315468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5532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" y="5806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Persistante — affecte tous les visiteurs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51960" y="21031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51960" y="2103120"/>
            <a:ext cx="361188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4028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343400" y="2743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INJECTION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43484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#8 — Panier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480560" y="361188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panier est stocké dans un cookie côté navigateur. L'attaquant le modifie via DevTools et injecte sa charge utile au prochain rafraîchissement.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480560" y="5440680"/>
            <a:ext cx="315468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480560" y="5532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480560" y="5806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formulaire — bypass des validations classiques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046720" y="210312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46720" y="2103120"/>
            <a:ext cx="3611880" cy="9144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24028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138160" y="27432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HTTP INJECTION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229600" y="3154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#12 — User-Agent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275320" y="361188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header User-Agent est loggé en BD. Avec curl, on injecte une valeur malicieuse — aucun champ visible, aucune trace dans le navigateur.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275320" y="5440680"/>
            <a:ext cx="315468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275320" y="5532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275320" y="5806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furtif — invisible côté UI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CONTREMESURES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4 piliers de la défense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37160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377440"/>
            <a:ext cx="51663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4688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33172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préparées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31720" y="3063240"/>
            <a:ext cx="54864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31546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le code SQL des données utilisateur via PDO::prepare() et execute(). Ligne de défense principale.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2377440"/>
            <a:ext cx="51663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4688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68096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whitelist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80960" y="3063240"/>
            <a:ext cx="54864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31546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Forcer un type, vérifier un format, n'autoriser qu'une liste de valeurs. Indispensable pour ORDER BY.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4480560"/>
            <a:ext cx="51663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572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2331720" y="4663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331720" y="5166360"/>
            <a:ext cx="54864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5257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MySQL avec le minimum de droits : SELECT/INSERT seulement, jamais DROP/CREATE/FILE.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4480560"/>
            <a:ext cx="516636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572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7680960" y="4663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en profondeur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80960" y="5166360"/>
            <a:ext cx="548640" cy="228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52578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hashage des mots de passe, journalisation, audits réguliers. Les couches s'additionnent.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Piliers 1 &amp; 2 — Requêtes préparées et whitelist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 — Requêtes préparées (parameterized queries)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577840" cy="13258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5577840" cy="29260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VULNÉRABLE  —  concaténation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$query = 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* FROM users
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email='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$email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password='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$pass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'"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$result = $pdo-&gt;query(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$query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577840" cy="13258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600200"/>
            <a:ext cx="557784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SÉCURISÉ  —  prepared statement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 = $pdo-&gt;</a:t>
            </a:r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"SELECT * FROM users
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email = ? AND password = ?"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$stmt-&gt;</a:t>
            </a:r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$email, $pass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12471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15468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05840" y="3063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reçoit la requête et les paramètres séparément. L'apostrophe injectée n'est plus interprétée comme du SQL — c'est juste du texte.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— Whitelist : le cas spécial d'ORDER BY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ne peut pas être paramétré. La seule défense : valider que la valeur fait partie d'une liste autorisée.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526280"/>
            <a:ext cx="11247120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4526280"/>
            <a:ext cx="112471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5262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SÉCURISÉ  —  whitelist explicite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489204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$whitelist = [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'nom', 'prix', 'stock'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
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$order = </a:t>
            </a:r>
            <a:pPr algn="l"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in_array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($_GET['order'], $whitelist) ? $_GET['order'] : 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'nom'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$query = 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* FROM produits ORDER BY </a:t>
            </a:r>
            <a:pPr algn="l"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$order</a:t>
            </a:r>
            <a:pPr algn="l"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algn="l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6217920"/>
            <a:ext cx="11247120" cy="1828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Piliers 3 &amp; 4 — Moindre privilège et défense en profondeur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577840" cy="6400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280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 — Moindre privilège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le compte MySQL utilisé par l'application doit avoir le minimum de droits nécessaires.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788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MySQL recommandé pour ShopCM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46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lecture du catalogue, des avis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— créer comptes, commandes, avis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modifier le profil utilisateur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8056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0584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CREATE / ALTER — schéma figé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89204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— pas d'accès au système de fichiers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03520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05840" y="5257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/ REVOKE — pas d'escalade de privilèges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640080" y="5715000"/>
            <a:ext cx="5212080" cy="457200"/>
          </a:xfrm>
          <a:prstGeom prst="rect">
            <a:avLst/>
          </a:prstGeom>
          <a:solidFill>
            <a:srgbClr val="F0EDED"/>
          </a:solidFill>
          <a:ln w="12700">
            <a:solidFill>
              <a:srgbClr val="F0EDED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777240" y="5715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en cas d'injection réussie, l'attaquant ne peut ni détruire la BD ni lire des fichiers serveur.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6126480" y="128016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6126480" y="1280160"/>
            <a:ext cx="5577840" cy="64008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1417320"/>
            <a:ext cx="365760" cy="36576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720840" y="1280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4 — Défense en profondeur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6309360" y="2057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empiler les couches de protection. Si l'une cède, les autres tiennent.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6309360" y="2834640"/>
            <a:ext cx="292608" cy="29260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630936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23"/>
          <p:cNvSpPr/>
          <p:nvPr/>
        </p:nvSpPr>
        <p:spPr>
          <a:xfrm>
            <a:off x="6720840" y="2788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Hashage des mots de passe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672084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/ argon2 — un hash volé n'est plus utilisable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6309360" y="3520440"/>
            <a:ext cx="292608" cy="29260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630936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72084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6720840" y="3794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les payloads SQL connus avant qu'ils n'atteignent le code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6309360" y="4206240"/>
            <a:ext cx="292608" cy="29260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63093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672084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&amp; monitoring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6720840" y="4480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en temps réel des requêtes anormales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6309360" y="4892040"/>
            <a:ext cx="292608" cy="29260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630936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6720840" y="4846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&amp; tests d'intrusion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6720840" y="5166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régulièrement la posture de sécurité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6309360" y="5577840"/>
            <a:ext cx="292608" cy="29260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63093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6720840" y="5532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des messages d'erreur</a:t>
            </a:r>
            <a:endParaRPr lang="en-US" sz="1200" dirty="0"/>
          </a:p>
        </p:txBody>
      </p:sp>
      <p:sp>
        <p:nvSpPr>
          <p:cNvPr id="50" name="Text 40"/>
          <p:cNvSpPr/>
          <p:nvPr/>
        </p:nvSpPr>
        <p:spPr>
          <a:xfrm>
            <a:off x="6720840" y="5852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exposer la trace SQL à l'utilisateur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finale — Mode sécurisé activé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bascule le toggle. Les mêmes payloads échouent tous, sans exception.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206240"/>
                <a:gridCol w="3063240"/>
                <a:gridCol w="3063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 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utilisé (inchangé)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VULNÉRABLE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SÉCURISÉ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 OR 1=1-- -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réussie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ou mot de passe incorrect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admin' OR '1'='1'-- -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admin obtenu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Identifiants incorrects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%' UNION SELECT email, password ...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bcrypt extraits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produit trouvé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 UNION SELECT cle, valeur ...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affichés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 introuvable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SHOP-...' AND SLEEP(5)-- -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en 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Réponse instantanée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NOEL2025' AND 1=1-- -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valide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invalide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8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07492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48920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: ce qu'on observe dans l'encart « SQL exécuté »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011680" y="530352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vulnérable :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payload est concaténé directement dans la requête. Le SQL change selon l'input.
</a:t>
            </a:r>
            <a:pPr algn="l" indent="0" marL="0">
              <a:buNone/>
            </a:pPr>
            <a:r>
              <a:rPr lang="en-US" sz="12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sécurisé :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requête est figée avec des « ? ». Le payload est passé comme paramètre — du texte inerte.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0292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retient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0" y="365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B8B8B8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777240" cy="77724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463040" y="1371600"/>
            <a:ext cx="10241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371600"/>
            <a:ext cx="73152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41732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L'injection SQL existe parce qu'on mélange code et données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défense efficace consiste à les séparer strictement.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777240" cy="77724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1463040" y="2331720"/>
            <a:ext cx="10241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2331720"/>
            <a:ext cx="73152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237744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requêtes préparées sont la défense fondamentale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2743200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PDO::prepare() en PHP, on neutralise 90 % des attaques classiques.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777240" cy="77724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83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463040" y="3291840"/>
            <a:ext cx="10241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3291840"/>
            <a:ext cx="73152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333756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vient du client est suspect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91640" y="3703320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Formulaires, URL, cookies, headers, JSON, fichiers — aucune source n'est de confiance.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777240" cy="77724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1463040" y="4251960"/>
            <a:ext cx="10241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63040" y="4251960"/>
            <a:ext cx="73152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1640" y="429768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attaque réussie sans message d'erreur reste une attaque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91640" y="4663440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blind SQL prouve qu'il faut couper la racine, pas masquer les symptômes.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303520"/>
            <a:ext cx="777240" cy="77724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303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1463040" y="5212080"/>
            <a:ext cx="10241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3040" y="5212080"/>
            <a:ext cx="73152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5257800"/>
            <a:ext cx="9921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se construit en couches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691640" y="5623560"/>
            <a:ext cx="9921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Préparées + whitelist + moindre privilège + WAF + audit. Chaque couche compte.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ShopCM — TP2 Injection SQL — NJIMOLUH Anas Farid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0"/>
            <a:ext cx="365760" cy="68580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2801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5394960" y="4297680"/>
            <a:ext cx="1371600" cy="36576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aux questions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NJIMOLUH Anas Farid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TP2 — Sécurité Web — Mai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61722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0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disponible sur localhost — ShopCM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TP2 — Injection SQL</dc:title>
  <dc:subject>PptxGenJS Presentation</dc:subject>
  <dc:creator>NJIMOLUH Anas Farid</dc:creator>
  <cp:lastModifiedBy>NJIMOLUH Anas Farid</cp:lastModifiedBy>
  <cp:revision>1</cp:revision>
  <dcterms:created xsi:type="dcterms:W3CDTF">2026-05-09T11:26:55Z</dcterms:created>
  <dcterms:modified xsi:type="dcterms:W3CDTF">2026-05-09T11:26:55Z</dcterms:modified>
</cp:coreProperties>
</file>